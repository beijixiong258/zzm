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astronomy worksheet</a:t>
            </a:r>
          </a:p>
          <a:p>
            <a:r>
              <a:t>Task 1. Fill in the blanks</a:t>
            </a:r>
          </a:p>
          <a:p>
            <a:r>
              <a:t>1. A planet orbits a ____ and has ____.</a:t>
            </a:r>
          </a:p>
          <a:p>
            <a:r>
              <a:t>Answer: star; gravity</a:t>
            </a:r>
          </a:p>
          <a:p>
            <a:r>
              <a:t>Word bank: star, gravity</a:t>
            </a:r>
          </a:p>
          <a:p>
            <a:r>
              <a:t>Task 2. Multiple choice</a:t>
            </a:r>
          </a:p>
          <a:p>
            <a:r>
              <a:t>2. Which object gives off light?</a:t>
            </a:r>
          </a:p>
          <a:p>
            <a:r>
              <a:t>a) Star</a:t>
            </a:r>
          </a:p>
          <a:p>
            <a:r>
              <a:t>b) Moon</a:t>
            </a:r>
          </a:p>
          <a:p>
            <a:r>
              <a:t>Answer: a) Star</a:t>
            </a:r>
          </a:p>
          <a:p>
            <a:r>
              <a:t>Task 3. Explain</a:t>
            </a:r>
          </a:p>
          <a:p>
            <a:r>
              <a:t>3. Explain why we can see the Moon.</a:t>
            </a:r>
          </a:p>
          <a:p>
            <a:r>
              <a:t>Use an example in your explanation.</a:t>
            </a:r>
          </a:p>
          <a:p>
            <a:r>
              <a:t>Answer: Reflected sunlight.</a:t>
            </a:r>
          </a:p>
          <a:p/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486400"/>
            <a:ext cx="1371600" cy="9797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